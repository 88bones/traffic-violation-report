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89" r:id="rId4"/>
    <p:sldId id="259" r:id="rId5"/>
    <p:sldId id="260" r:id="rId6"/>
    <p:sldId id="261" r:id="rId7"/>
    <p:sldId id="268" r:id="rId8"/>
    <p:sldId id="271" r:id="rId9"/>
    <p:sldId id="273" r:id="rId10"/>
    <p:sldId id="274" r:id="rId11"/>
    <p:sldId id="275" r:id="rId12"/>
    <p:sldId id="277" r:id="rId13"/>
    <p:sldId id="278" r:id="rId14"/>
    <p:sldId id="286" r:id="rId15"/>
  </p:sldIdLst>
  <p:sldSz cx="9753600" cy="7315200"/>
  <p:notesSz cx="7315200" cy="9753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04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Traffic Violation Report System, BCA 8th semester final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context: informal reporting today, no structure, and Nepali plates are hard for existing OCR.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context: informal reporting today, no structure, and Nepali plates are hard for existing OCR.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7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main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versus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actors: User and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submission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Swimlane activity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Haversine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DBSCAN parameters and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grouped by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system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818684-6005-9B44-ACFC-00FCCD12B25A}"/>
              </a:ext>
            </a:extLst>
          </p:cNvPr>
          <p:cNvSpPr txBox="1"/>
          <p:nvPr/>
        </p:nvSpPr>
        <p:spPr>
          <a:xfrm>
            <a:off x="264288" y="2847373"/>
            <a:ext cx="9225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Violation Report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64ABE-990D-494D-8354-93D7714A2463}"/>
              </a:ext>
            </a:extLst>
          </p:cNvPr>
          <p:cNvSpPr txBox="1"/>
          <p:nvPr/>
        </p:nvSpPr>
        <p:spPr>
          <a:xfrm>
            <a:off x="3093298" y="4868091"/>
            <a:ext cx="3567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Binit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Maharjan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(37802046)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 to Project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473088"/>
            <a:ext cx="8656625" cy="5120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Traffic Violation Reporting System lets citizens report violations with photo and location, while authorities verify and analyze reports centrally.</a:t>
            </a:r>
            <a:endParaRPr lang="en-US" b="0" i="0" u="none" dirty="0">
              <a:solidFill>
                <a:srgbClr val="00000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Rapid urbanization and a sharp rise in registered vehicles are straining Nepal’s manual, in-person traffic enforcement.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Citizens usually report violations informally through social media, with no structure, tracking, or accountability.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with React Native, React, Express, MongoDB, and a custom TensorFlow/OpenCV plate-recognition pipeline.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748065" y="6846425"/>
            <a:ext cx="457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656625" cy="5120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Traffic violations often go unreported due to lack of an easy, accessible reporting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channel for the public.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Traffic authorities lack a centralized system to track, analyse, and act on violation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trends across different locations.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identification of vehicle license plates from reported images is time-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consuming and error-prone.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effective mechanism to identify violation hotspots or repeat offenders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(flagged vehicles) using existing data.</a:t>
            </a:r>
          </a:p>
        </p:txBody>
      </p:sp>
    </p:spTree>
    <p:extLst>
      <p:ext uri="{BB962C8B-B14F-4D97-AF65-F5344CB8AC3E}">
        <p14:creationId xmlns:p14="http://schemas.microsoft.com/office/powerpoint/2010/main" val="1928641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Objectives of the Project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748065" y="6858000"/>
            <a:ext cx="457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1" y="1483136"/>
            <a:ext cx="8427720" cy="443484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cross platform mobile application that allows citizens to report traffic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violations with photo evidence and location data.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implement an automated Nepali license plate recognition (OCR) pipeline to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assist in identifying vehicles from violation images.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data-driven insights such as violation hotspot mapping and analytics for</a:t>
            </a:r>
          </a:p>
          <a:p>
            <a:pPr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informed traffic enforcement decisions.</a:t>
            </a: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41324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Scope and Limitations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51206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3474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Scope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4747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t"/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Mobile app for citizens to submit reports with images, location, and details.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dashboard to manage reports, view analytics, and track hotspots on an interactive map.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and OCR pipeline for storage, business logic, real-time communication, and plate recognition.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4434840" cy="51206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029200" y="1645920"/>
            <a:ext cx="3931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Limitations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029200" y="2286000"/>
            <a:ext cx="39319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t"/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custom OCR model may struggle with poor lighting, blur, odd angles, dirty plates, or non-standard formats, especially visually similar Devanagari characters.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link to Nepal’s official vehicle registration database, so ownership and registration cannot be verified. Plates are only stored and flagged as reported.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Functional Requirement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748065" y="6858000"/>
            <a:ext cx="457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2976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 up / sign in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Submit report, with optional auto-scan of the number plate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View, edit, and delete own reports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View DBSCAN hotspot map (user and admin)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Receive notifications on status changes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Admin: review all reports, update status, generate PDF, manage users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img/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087" y="1280160"/>
            <a:ext cx="3710466" cy="5303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24972" y="6675120"/>
            <a:ext cx="3710467" cy="182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Figure: Use Case Diagram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Design: Component Diagram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748065" y="6858000"/>
            <a:ext cx="457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/home/claude/img/comp.png">
            <a:extLst>
              <a:ext uri="{FF2B5EF4-FFF2-40B4-BE49-F238E27FC236}">
                <a16:creationId xmlns:a16="http://schemas.microsoft.com/office/drawing/2014/main" id="{51FBE545-AED4-BC47-BDE1-E0AE9835C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834" y="1188720"/>
            <a:ext cx="5111931" cy="5078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Sequence Diagram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img/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332" y="1099929"/>
            <a:ext cx="5112936" cy="57580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Activity Diagram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748065" y="6858000"/>
            <a:ext cx="457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</p:txBody>
      </p:sp>
      <p:pic>
        <p:nvPicPr>
          <p:cNvPr id="4" name="Image 0" descr="/home/claude/img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688" y="1188720"/>
            <a:ext cx="445222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Algorithm: Haversine Formula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748065" y="6858000"/>
            <a:ext cx="457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25A291D2-2141-FB43-AB41-50719C5F9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583" y="2296417"/>
            <a:ext cx="8724682" cy="2535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Convert latitude and longitude of both points from degrees to radians.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Compute the differences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Δφ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Δλ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Apply the haversine formula to compute a.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Compute the angular distance c using atan2.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Multiply by Earth's radius to get the distance d in kilometers.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utoShape 2" descr="Attachment.tiff">
            <a:extLst>
              <a:ext uri="{FF2B5EF4-FFF2-40B4-BE49-F238E27FC236}">
                <a16:creationId xmlns:a16="http://schemas.microsoft.com/office/drawing/2014/main" id="{6128AA2A-6E0D-3B4A-9D4C-1F9164384F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" y="-2825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7F788-81D2-7943-9813-E7691BFC2A57}"/>
              </a:ext>
            </a:extLst>
          </p:cNvPr>
          <p:cNvSpPr txBox="1"/>
          <p:nvPr/>
        </p:nvSpPr>
        <p:spPr>
          <a:xfrm>
            <a:off x="548640" y="1278430"/>
            <a:ext cx="73228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great-circle distance between two GPS coordinates on Earth's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— used for proximity-based filtering of reports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Algorithm: DBSCAN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748065" y="6858000"/>
            <a:ext cx="457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 rot="10800000" flipV="1">
            <a:off x="548335" y="1188720"/>
            <a:ext cx="8067555" cy="491692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Finds violation hotspots (areas with a high density of reports) without predefining the 	number of clusters.</a:t>
            </a:r>
          </a:p>
          <a:p>
            <a:pPr algn="just"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eps: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maximum Haversine distance for two points to be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minimum number of points needed to form a dense region</a:t>
            </a:r>
          </a:p>
          <a:p>
            <a:pPr algn="just">
              <a:lnSpc>
                <a:spcPct val="150000"/>
              </a:lnSpc>
            </a:pPr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each point's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eps.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point has at least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a core point and starts a cluster.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all density-reachable points to the cluster.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near a core point but with fewer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border points.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points are noise and not part of any hotspot.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clusters on the admin map using Leaflet </a:t>
            </a:r>
            <a:r>
              <a:rPr lang="en-GB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MarkerClusterGroup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Tools Used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98D986-7908-0F47-A1F3-2597A6A144B6}"/>
              </a:ext>
            </a:extLst>
          </p:cNvPr>
          <p:cNvSpPr/>
          <p:nvPr/>
        </p:nvSpPr>
        <p:spPr>
          <a:xfrm>
            <a:off x="358815" y="1053296"/>
            <a:ext cx="719945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(Expo)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Leaflet.js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+ Mongoose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/ OCR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Nominatim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(geocoding)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Modules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E7D6E7-39B7-5249-983D-86044111B30A}"/>
              </a:ext>
            </a:extLst>
          </p:cNvPr>
          <p:cNvSpPr/>
          <p:nvPr/>
        </p:nvSpPr>
        <p:spPr>
          <a:xfrm>
            <a:off x="185195" y="995422"/>
            <a:ext cx="7974957" cy="295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 up, JWT login, role-based access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Submission: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photo, violation type, location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&amp; Plate Recognition: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localize, segment, classify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Hotspot Detection: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Haversine + DBSCAN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Offenders: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Levenshtein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 + priority score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Reports: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review, status update, PDF export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accounts, roles, report 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656625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Future Recommendations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748065" y="6858000"/>
            <a:ext cx="4572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9" name="Shape 6"/>
          <p:cNvSpPr/>
          <p:nvPr/>
        </p:nvSpPr>
        <p:spPr>
          <a:xfrm>
            <a:off x="4800600" y="14173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514C18-ED19-FF4A-ADA5-05BBF1BCBA9C}"/>
              </a:ext>
            </a:extLst>
          </p:cNvPr>
          <p:cNvSpPr/>
          <p:nvPr/>
        </p:nvSpPr>
        <p:spPr>
          <a:xfrm>
            <a:off x="254643" y="972273"/>
            <a:ext cx="7060557" cy="5035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Improve OCR:</a:t>
            </a:r>
            <a:r>
              <a:rPr lang="en-GB" dirty="0"/>
              <a:t> use a segmentation-free CRNN (CNN + </a:t>
            </a:r>
            <a:r>
              <a:rPr lang="en-GB" dirty="0" err="1"/>
              <a:t>BiLSTM</a:t>
            </a:r>
            <a:r>
              <a:rPr lang="en-GB" dirty="0"/>
              <a:t> + CTC) and add more low-light, blurred and embossed samples.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Government integration:</a:t>
            </a:r>
            <a:r>
              <a:rPr lang="en-GB" dirty="0"/>
              <a:t> link to the Department of Transport Management registration database.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Fines and payments:</a:t>
            </a:r>
            <a:r>
              <a:rPr lang="en-GB" dirty="0"/>
              <a:t> digital fine issuance and payment for verified violations.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Offline-first support:</a:t>
            </a:r>
            <a:r>
              <a:rPr lang="en-GB" dirty="0"/>
              <a:t> draft and queue reports offline, then sync when connected.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Security auditing:</a:t>
            </a:r>
            <a:r>
              <a:rPr lang="en-GB" dirty="0"/>
              <a:t> run penetration testing before real-world deployment.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Video-based detection:</a:t>
            </a:r>
            <a:r>
              <a:rPr lang="en-GB" dirty="0"/>
              <a:t> use YOLOv8 with object tracking for CCTV or checkpoint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837</Words>
  <Application>Microsoft Macintosh PowerPoint</Application>
  <PresentationFormat>Custom</PresentationFormat>
  <Paragraphs>131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Violation Report System</dc:title>
  <dc:subject>PptxGenJS Presentation</dc:subject>
  <dc:creator>PptxGenJS</dc:creator>
  <cp:lastModifiedBy>Microsoft Office User</cp:lastModifiedBy>
  <cp:revision>57</cp:revision>
  <cp:lastPrinted>2026-09-30T02:17:31Z</cp:lastPrinted>
  <dcterms:created xsi:type="dcterms:W3CDTF">2026-09-29T13:20:03Z</dcterms:created>
  <dcterms:modified xsi:type="dcterms:W3CDTF">2026-09-30T05:35:21Z</dcterms:modified>
</cp:coreProperties>
</file>